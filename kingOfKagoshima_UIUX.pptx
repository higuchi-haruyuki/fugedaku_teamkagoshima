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305F51-2E38-3B5A-F18E-0014B569F5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07F235E-C6D6-6973-3E0B-98E7887141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BC9178B-96D5-E1BE-8CE5-B87AFB9C8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DBE0-DFCF-4EE2-A1D3-217ACEB0DE16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B2BAD98-0858-E13A-8761-27BE45952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FA28A7D-7D6C-1287-8764-5276A0E9B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195C0-B4A3-47A3-9F91-5724911288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219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87761B-69B7-E262-5047-5CA8FA0EC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104CBDA-D655-5E6F-D60C-16A1D0F4B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CE7401F-2D12-0308-CF8A-637477D34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DBE0-DFCF-4EE2-A1D3-217ACEB0DE16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A84105-824C-9582-87EE-26A46B11A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919B18-350C-7FC7-4521-BCDD11E11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195C0-B4A3-47A3-9F91-5724911288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806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B96B99-60F3-D436-A54F-5F583C9B1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4812CF9-EE76-A010-BA67-CA8B4490E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25188A7-6000-7529-9300-0BCEBFF81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DBE0-DFCF-4EE2-A1D3-217ACEB0DE16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F64CD58-FDA5-8684-3AE0-D77418AED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EC03373-122D-91B8-FA1A-83E3F23D0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195C0-B4A3-47A3-9F91-5724911288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689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B25956-00D8-5242-1A3E-40E8DA98D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84802D0-8BD0-ED37-E320-8ED30BB2F2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AF2E72C-1901-9031-8AC7-CE8D39EC50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28B284C-0ADD-37DC-781E-8F1D19E94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DBE0-DFCF-4EE2-A1D3-217ACEB0DE16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52EE228-A94F-E6F9-D708-E0BF2664F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E7E963F-318C-9689-6124-CFD22F677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195C0-B4A3-47A3-9F91-5724911288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9062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992862-EBA6-AAA5-6E00-6E8B27E8B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7296C88-B239-3860-F587-2BAA30FDD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26EFD59-A607-3B42-4D34-88C477057F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89A0E91-7191-010C-28E2-51E955EFBE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11409F4-593B-BF07-6FF1-DA37F455D5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BCEA1BE-82EC-93B1-89C5-66291C93D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DBE0-DFCF-4EE2-A1D3-217ACEB0DE16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9194BA2-BBC7-E50E-DEB5-780AF102F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F49558E-24C7-EDF4-3413-D54938EC1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195C0-B4A3-47A3-9F91-5724911288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8210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063196-2BD1-8712-8AFC-6048DA4CB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3FB443F-88FE-1DB7-FA2D-9049CB566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DBE0-DFCF-4EE2-A1D3-217ACEB0DE16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6225361-D98A-1C39-A1F2-0817566D3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CB5BF73-CBA3-1581-A018-EBCAC4DA0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195C0-B4A3-47A3-9F91-5724911288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5081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34374D6-97BE-6A14-E0D8-C74C27ADB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DBE0-DFCF-4EE2-A1D3-217ACEB0DE16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0E07267-C587-ACB9-92C7-6461108DC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1E21E9B-211E-9AE7-84DF-B8BC1108F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195C0-B4A3-47A3-9F91-5724911288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1190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8F7015-BB50-9275-B870-308569FC5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C39861D-E1EF-7157-79D9-4E01710F1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2C132F3-D5E8-CFEB-218C-BE7E9E203F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174690E-650A-F8B6-C330-E18CC7163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DBE0-DFCF-4EE2-A1D3-217ACEB0DE16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F1369B4-58D5-8AD2-67F3-49B1CB9B6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15E2CEF-9280-0C59-0BC9-33CB7DFF4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195C0-B4A3-47A3-9F91-5724911288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4253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A38D1A-FE95-EE15-6C46-AED9EC971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988A6BC-636B-8AE3-7474-E80B8C2FDC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F6F4A65-D984-7395-F27C-F92F8CA4B4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894F89E-784A-C41F-FF6B-B277367FD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DBE0-DFCF-4EE2-A1D3-217ACEB0DE16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12CA783-72C6-A729-4263-033C95459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87AAB32-8E40-D6D2-E9C7-7E3002949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195C0-B4A3-47A3-9F91-5724911288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0656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C36F08-C041-0E3D-534A-C271108C8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9740703-F124-B603-2F84-5C662DFBD6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414C0A-8D5D-196C-9182-51B2F3883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DBE0-DFCF-4EE2-A1D3-217ACEB0DE16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3C8DDA0-856B-1EFE-2C76-A56EBFA5E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6914B5E-C8A8-B218-0C13-7FC07D165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195C0-B4A3-47A3-9F91-5724911288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1589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B0891E3-FBC5-2C51-966E-86C1C07A4A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19F2669-4808-40DA-3AA9-04F571C111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6DA8E59-A54B-09B5-0F1E-1F7610C5B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DBE0-DFCF-4EE2-A1D3-217ACEB0DE16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C4931D3-1DB6-44BF-1F8A-0BE442A72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CC37E5A-F614-6FB0-C141-DF5CD6562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195C0-B4A3-47A3-9F91-5724911288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5688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82CFD3D-11E3-DCFF-B9F0-2B86F4DAF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5C640C1-208A-F5AE-E021-D17B9B80CE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117623-FC2D-A9EA-3C98-386A85116B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95DBE0-DFCF-4EE2-A1D3-217ACEB0DE16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3E23B7-434A-0D54-E3C2-060610163C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E8D038-B35B-020A-FE51-792868230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D195C0-B4A3-47A3-9F91-5724911288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5969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34427D7-FA17-3ABE-958A-8FD55EDFA2C6}"/>
              </a:ext>
            </a:extLst>
          </p:cNvPr>
          <p:cNvSpPr/>
          <p:nvPr/>
        </p:nvSpPr>
        <p:spPr>
          <a:xfrm>
            <a:off x="1422400" y="1487055"/>
            <a:ext cx="2272145" cy="6003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タイトル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A3AB3C0-0170-F044-7016-68AD24BA3BCC}"/>
              </a:ext>
            </a:extLst>
          </p:cNvPr>
          <p:cNvSpPr/>
          <p:nvPr/>
        </p:nvSpPr>
        <p:spPr>
          <a:xfrm>
            <a:off x="4262582" y="1487054"/>
            <a:ext cx="2272145" cy="6003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ステージ選択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67EC586-C145-8F36-2BE8-8322D9540312}"/>
              </a:ext>
            </a:extLst>
          </p:cNvPr>
          <p:cNvSpPr/>
          <p:nvPr/>
        </p:nvSpPr>
        <p:spPr>
          <a:xfrm>
            <a:off x="7015018" y="1487053"/>
            <a:ext cx="2272145" cy="6003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ステージ</a:t>
            </a:r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AB9E62C4-1D4E-EBE5-2964-9FEF73586CB9}"/>
              </a:ext>
            </a:extLst>
          </p:cNvPr>
          <p:cNvCxnSpPr/>
          <p:nvPr/>
        </p:nvCxnSpPr>
        <p:spPr>
          <a:xfrm>
            <a:off x="3833091" y="1787235"/>
            <a:ext cx="304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7C918ECE-BDBA-C449-5D67-33C8E4762610}"/>
              </a:ext>
            </a:extLst>
          </p:cNvPr>
          <p:cNvCxnSpPr/>
          <p:nvPr/>
        </p:nvCxnSpPr>
        <p:spPr>
          <a:xfrm>
            <a:off x="6622473" y="1787234"/>
            <a:ext cx="304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AEB4562-ED96-003B-37C9-8D5E666AA9F8}"/>
              </a:ext>
            </a:extLst>
          </p:cNvPr>
          <p:cNvSpPr/>
          <p:nvPr/>
        </p:nvSpPr>
        <p:spPr>
          <a:xfrm>
            <a:off x="7015018" y="2429164"/>
            <a:ext cx="2272145" cy="6003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ステージ</a:t>
            </a:r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F1D7796C-67D6-FDAE-5859-AFE92CBA1CDD}"/>
              </a:ext>
            </a:extLst>
          </p:cNvPr>
          <p:cNvCxnSpPr/>
          <p:nvPr/>
        </p:nvCxnSpPr>
        <p:spPr>
          <a:xfrm>
            <a:off x="6622473" y="2318327"/>
            <a:ext cx="304800" cy="3509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C05FF7E-22E1-1FFC-3C93-E7989C5A23C3}"/>
              </a:ext>
            </a:extLst>
          </p:cNvPr>
          <p:cNvSpPr/>
          <p:nvPr/>
        </p:nvSpPr>
        <p:spPr>
          <a:xfrm>
            <a:off x="9767454" y="2018145"/>
            <a:ext cx="2272145" cy="6003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リザルト</a:t>
            </a: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4B2562B4-7CED-5F04-4561-86182B1BD6CB}"/>
              </a:ext>
            </a:extLst>
          </p:cNvPr>
          <p:cNvCxnSpPr>
            <a:cxnSpLocks/>
          </p:cNvCxnSpPr>
          <p:nvPr/>
        </p:nvCxnSpPr>
        <p:spPr>
          <a:xfrm>
            <a:off x="9374908" y="1902691"/>
            <a:ext cx="277092" cy="2955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0329F18D-2C54-DBB4-CC11-3003784AA58E}"/>
              </a:ext>
            </a:extLst>
          </p:cNvPr>
          <p:cNvCxnSpPr/>
          <p:nvPr/>
        </p:nvCxnSpPr>
        <p:spPr>
          <a:xfrm flipV="1">
            <a:off x="9402618" y="2493818"/>
            <a:ext cx="286327" cy="2355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DCA5AB81-CC9C-7083-2049-62EA0B2063B6}"/>
              </a:ext>
            </a:extLst>
          </p:cNvPr>
          <p:cNvCxnSpPr/>
          <p:nvPr/>
        </p:nvCxnSpPr>
        <p:spPr>
          <a:xfrm flipH="1">
            <a:off x="3833091" y="2018145"/>
            <a:ext cx="304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61B46CC7-C72F-160E-8E82-3AE36A469C0A}"/>
              </a:ext>
            </a:extLst>
          </p:cNvPr>
          <p:cNvCxnSpPr>
            <a:cxnSpLocks/>
          </p:cNvCxnSpPr>
          <p:nvPr/>
        </p:nvCxnSpPr>
        <p:spPr>
          <a:xfrm flipH="1" flipV="1">
            <a:off x="7472218" y="286327"/>
            <a:ext cx="3297382" cy="16163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F68C08B3-66B5-26EB-EDF2-9606F2334438}"/>
              </a:ext>
            </a:extLst>
          </p:cNvPr>
          <p:cNvCxnSpPr>
            <a:cxnSpLocks/>
          </p:cNvCxnSpPr>
          <p:nvPr/>
        </p:nvCxnSpPr>
        <p:spPr>
          <a:xfrm flipH="1">
            <a:off x="5398654" y="286327"/>
            <a:ext cx="1999673" cy="10333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1663B701-D350-B4EB-0D88-E7014E5C101F}"/>
              </a:ext>
            </a:extLst>
          </p:cNvPr>
          <p:cNvSpPr txBox="1"/>
          <p:nvPr/>
        </p:nvSpPr>
        <p:spPr>
          <a:xfrm>
            <a:off x="1505527" y="2318326"/>
            <a:ext cx="21890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ロゴ</a:t>
            </a:r>
            <a:endParaRPr kumimoji="1" lang="en-US" altLang="ja-JP" dirty="0"/>
          </a:p>
          <a:p>
            <a:r>
              <a:rPr lang="en-US" altLang="ja-JP" dirty="0"/>
              <a:t>BGM</a:t>
            </a:r>
          </a:p>
          <a:p>
            <a:r>
              <a:rPr kumimoji="1" lang="en-US" altLang="ja-JP" dirty="0"/>
              <a:t>SE</a:t>
            </a:r>
          </a:p>
          <a:p>
            <a:r>
              <a:rPr lang="ja-JP" altLang="en-US" dirty="0"/>
              <a:t>文字（</a:t>
            </a:r>
            <a:r>
              <a:rPr lang="en-US" altLang="ja-JP" dirty="0"/>
              <a:t>Press</a:t>
            </a:r>
            <a:r>
              <a:rPr lang="ja-JP" altLang="en-US" dirty="0"/>
              <a:t>　</a:t>
            </a:r>
            <a:r>
              <a:rPr lang="en-US" altLang="ja-JP" dirty="0"/>
              <a:t>ENTER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ED830BAA-B051-9AD3-F227-D8FE51D46CDB}"/>
              </a:ext>
            </a:extLst>
          </p:cNvPr>
          <p:cNvSpPr txBox="1"/>
          <p:nvPr/>
        </p:nvSpPr>
        <p:spPr>
          <a:xfrm>
            <a:off x="4137891" y="2318326"/>
            <a:ext cx="23968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ステージ１のボタン</a:t>
            </a:r>
            <a:endParaRPr kumimoji="1" lang="en-US" altLang="ja-JP" dirty="0"/>
          </a:p>
          <a:p>
            <a:r>
              <a:rPr lang="ja-JP" altLang="en-US" dirty="0"/>
              <a:t>ステージ２のボタン</a:t>
            </a:r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CCF5F4C7-3574-F297-BC79-BCB6EA2F13EE}"/>
              </a:ext>
            </a:extLst>
          </p:cNvPr>
          <p:cNvSpPr txBox="1"/>
          <p:nvPr/>
        </p:nvSpPr>
        <p:spPr>
          <a:xfrm>
            <a:off x="9767454" y="2669309"/>
            <a:ext cx="2272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クリア時間</a:t>
            </a:r>
            <a:endParaRPr kumimoji="1" lang="en-US" altLang="ja-JP" dirty="0"/>
          </a:p>
          <a:p>
            <a:r>
              <a:rPr lang="ja-JP" altLang="en-US" dirty="0"/>
              <a:t>ジャンプした回数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29470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5E69E01-3E7F-CC9D-72B4-0A15169C7000}"/>
              </a:ext>
            </a:extLst>
          </p:cNvPr>
          <p:cNvSpPr txBox="1"/>
          <p:nvPr/>
        </p:nvSpPr>
        <p:spPr>
          <a:xfrm>
            <a:off x="2600037" y="2032000"/>
            <a:ext cx="671483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600" dirty="0"/>
              <a:t>タイトル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961822E-56FE-CA60-A983-6A9B826E5DF2}"/>
              </a:ext>
            </a:extLst>
          </p:cNvPr>
          <p:cNvSpPr txBox="1"/>
          <p:nvPr/>
        </p:nvSpPr>
        <p:spPr>
          <a:xfrm>
            <a:off x="3140364" y="4553527"/>
            <a:ext cx="56341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000" dirty="0"/>
              <a:t>Press</a:t>
            </a:r>
            <a:r>
              <a:rPr lang="ja-JP" altLang="en-US" sz="4000" dirty="0"/>
              <a:t> </a:t>
            </a:r>
            <a:r>
              <a:rPr kumimoji="1" lang="en-US" altLang="ja-JP" sz="4000" dirty="0"/>
              <a:t>ENTER</a:t>
            </a:r>
            <a:endParaRPr kumimoji="1" lang="ja-JP" altLang="en-US" sz="4000" dirty="0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AC60A241-2A77-3866-2D6F-B64DF4C6D5E9}"/>
              </a:ext>
            </a:extLst>
          </p:cNvPr>
          <p:cNvSpPr/>
          <p:nvPr/>
        </p:nvSpPr>
        <p:spPr>
          <a:xfrm>
            <a:off x="8645236" y="1203688"/>
            <a:ext cx="2530763" cy="37037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操作キャラ（一定時間ごとに跳ねる）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187E151-A547-FE7F-DC4F-C8FB45F90B6C}"/>
              </a:ext>
            </a:extLst>
          </p:cNvPr>
          <p:cNvSpPr txBox="1"/>
          <p:nvPr/>
        </p:nvSpPr>
        <p:spPr>
          <a:xfrm>
            <a:off x="665018" y="1016000"/>
            <a:ext cx="2604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大きめに桜島の画像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99252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157956E-B431-DA9B-E795-9C79DDE71F6D}"/>
              </a:ext>
            </a:extLst>
          </p:cNvPr>
          <p:cNvSpPr/>
          <p:nvPr/>
        </p:nvSpPr>
        <p:spPr>
          <a:xfrm>
            <a:off x="489527" y="221673"/>
            <a:ext cx="4719782" cy="6299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ステージ</a:t>
            </a:r>
            <a:r>
              <a:rPr kumimoji="1" lang="en-US" altLang="ja-JP" dirty="0"/>
              <a:t>1</a:t>
            </a:r>
            <a:r>
              <a:rPr kumimoji="1" lang="ja-JP" altLang="en-US" dirty="0"/>
              <a:t>のイメージ画像とボタン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B1286E5-82AA-A3FC-2044-BF5247FF327D}"/>
              </a:ext>
            </a:extLst>
          </p:cNvPr>
          <p:cNvSpPr/>
          <p:nvPr/>
        </p:nvSpPr>
        <p:spPr>
          <a:xfrm>
            <a:off x="6761018" y="221673"/>
            <a:ext cx="4941455" cy="637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ステージ</a:t>
            </a:r>
            <a:r>
              <a:rPr lang="en-US" altLang="ja-JP" dirty="0"/>
              <a:t>2</a:t>
            </a:r>
            <a:r>
              <a:rPr lang="ja-JP" altLang="en-US" dirty="0"/>
              <a:t>のイメージ画像とボタン</a:t>
            </a:r>
          </a:p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1825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68CB673-261B-3FE5-941A-C50F113A5394}"/>
              </a:ext>
            </a:extLst>
          </p:cNvPr>
          <p:cNvSpPr txBox="1"/>
          <p:nvPr/>
        </p:nvSpPr>
        <p:spPr>
          <a:xfrm>
            <a:off x="9467273" y="258649"/>
            <a:ext cx="2419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dirty="0"/>
              <a:t>タイム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09F425E-4A15-BF9F-0161-3DB6E3BD4746}"/>
              </a:ext>
            </a:extLst>
          </p:cNvPr>
          <p:cNvSpPr txBox="1"/>
          <p:nvPr/>
        </p:nvSpPr>
        <p:spPr>
          <a:xfrm>
            <a:off x="1330037" y="443315"/>
            <a:ext cx="2780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アイテムの残り回数</a:t>
            </a: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F40D0DD2-FC9C-3F74-82D0-2D744DD17C13}"/>
              </a:ext>
            </a:extLst>
          </p:cNvPr>
          <p:cNvSpPr/>
          <p:nvPr/>
        </p:nvSpPr>
        <p:spPr>
          <a:xfrm>
            <a:off x="304800" y="175307"/>
            <a:ext cx="951345" cy="9053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AD355D0-9346-01DD-61DE-A9D27F8B09ED}"/>
              </a:ext>
            </a:extLst>
          </p:cNvPr>
          <p:cNvSpPr txBox="1"/>
          <p:nvPr/>
        </p:nvSpPr>
        <p:spPr>
          <a:xfrm>
            <a:off x="3629891" y="2911764"/>
            <a:ext cx="4793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ー面ごとに標高を表示するー</a:t>
            </a:r>
          </a:p>
        </p:txBody>
      </p:sp>
    </p:spTree>
    <p:extLst>
      <p:ext uri="{BB962C8B-B14F-4D97-AF65-F5344CB8AC3E}">
        <p14:creationId xmlns:p14="http://schemas.microsoft.com/office/powerpoint/2010/main" val="2732997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AE906B93-1940-58CB-D5EF-CD302444FB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356" y="0"/>
            <a:ext cx="9215034" cy="685800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FAB3E49-C625-B0DD-71FD-F813B135308F}"/>
              </a:ext>
            </a:extLst>
          </p:cNvPr>
          <p:cNvSpPr/>
          <p:nvPr/>
        </p:nvSpPr>
        <p:spPr>
          <a:xfrm>
            <a:off x="7269018" y="923636"/>
            <a:ext cx="2807855" cy="116378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563A6C6-C170-01F3-444F-0BB55F8DD694}"/>
              </a:ext>
            </a:extLst>
          </p:cNvPr>
          <p:cNvSpPr/>
          <p:nvPr/>
        </p:nvSpPr>
        <p:spPr>
          <a:xfrm>
            <a:off x="1893455" y="609600"/>
            <a:ext cx="3870036" cy="63730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F2CC1F9-026C-A579-DC24-38F8DEC38D89}"/>
              </a:ext>
            </a:extLst>
          </p:cNvPr>
          <p:cNvSpPr/>
          <p:nvPr/>
        </p:nvSpPr>
        <p:spPr>
          <a:xfrm>
            <a:off x="4419600" y="6373091"/>
            <a:ext cx="3870036" cy="27247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目標を書く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D1AB7940-D638-22C2-2BC0-D6BF41C101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0371" y="2797020"/>
            <a:ext cx="2637294" cy="1645671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A1B1AE0-5492-397D-3A52-624AA4523F75}"/>
              </a:ext>
            </a:extLst>
          </p:cNvPr>
          <p:cNvSpPr/>
          <p:nvPr/>
        </p:nvSpPr>
        <p:spPr>
          <a:xfrm>
            <a:off x="6179127" y="3833091"/>
            <a:ext cx="2327564" cy="44334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ステージ選択に戻る</a:t>
            </a:r>
          </a:p>
        </p:txBody>
      </p:sp>
      <p:sp>
        <p:nvSpPr>
          <p:cNvPr id="11" name="矢印: 右 10">
            <a:extLst>
              <a:ext uri="{FF2B5EF4-FFF2-40B4-BE49-F238E27FC236}">
                <a16:creationId xmlns:a16="http://schemas.microsoft.com/office/drawing/2014/main" id="{A06D5E57-7811-0B80-888A-BAE8D1A4EB7E}"/>
              </a:ext>
            </a:extLst>
          </p:cNvPr>
          <p:cNvSpPr/>
          <p:nvPr/>
        </p:nvSpPr>
        <p:spPr>
          <a:xfrm rot="7383979">
            <a:off x="7565558" y="2549945"/>
            <a:ext cx="706581" cy="4248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0616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80</Words>
  <Application>Microsoft Office PowerPoint</Application>
  <PresentationFormat>ワイド画面</PresentationFormat>
  <Paragraphs>24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樋口　晴之</dc:creator>
  <cp:lastModifiedBy>樋口　晴之</cp:lastModifiedBy>
  <cp:revision>1</cp:revision>
  <dcterms:created xsi:type="dcterms:W3CDTF">2026-05-11T09:20:52Z</dcterms:created>
  <dcterms:modified xsi:type="dcterms:W3CDTF">2026-05-11T09:46:58Z</dcterms:modified>
</cp:coreProperties>
</file>