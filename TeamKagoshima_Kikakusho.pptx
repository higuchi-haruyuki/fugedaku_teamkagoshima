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623855-C42B-4E87-74DB-7393016930B6}" v="182" dt="2026-04-27T09:08:08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731066"/>
            <a:ext cx="9144000" cy="2387600"/>
          </a:xfrm>
        </p:spPr>
        <p:txBody>
          <a:bodyPr/>
          <a:lstStyle/>
          <a:p>
            <a:r>
              <a:rPr lang="ja-JP" altLang="en-US">
                <a:ea typeface="ＭＳ Ｐゴシック"/>
              </a:rPr>
              <a:t>King of SAKURAJIMA</a:t>
            </a:r>
            <a:endParaRPr lang="ja-JP" altLang="en-US" dirty="0">
              <a:ea typeface="ＭＳ Ｐゴシック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118065"/>
            <a:ext cx="9144000" cy="18411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sz="3200">
                <a:ea typeface="ＭＳ Ｐゴシック"/>
              </a:rPr>
              <a:t>プラットホーム：PC</a:t>
            </a:r>
          </a:p>
          <a:p>
            <a:r>
              <a:rPr lang="ja-JP" altLang="en-US" sz="3200">
                <a:ea typeface="ＭＳ Ｐゴシック"/>
              </a:rPr>
              <a:t>ジャンル：2Dアクションゲーム</a:t>
            </a:r>
          </a:p>
          <a:p>
            <a:endParaRPr lang="ja-JP" altLang="en-US">
              <a:ea typeface="ＭＳ Ｐゴシック"/>
            </a:endParaRPr>
          </a:p>
          <a:p>
            <a:endParaRPr lang="ja-JP" altLang="en-US">
              <a:ea typeface="ＭＳ Ｐゴシック"/>
            </a:endParaRPr>
          </a:p>
        </p:txBody>
      </p:sp>
      <p:pic>
        <p:nvPicPr>
          <p:cNvPr id="4" name="Picture 3" descr="絶景に温泉、鹿児島のシンボル桜島のオススメ観光スポットを厳選 ...">
            <a:extLst>
              <a:ext uri="{FF2B5EF4-FFF2-40B4-BE49-F238E27FC236}">
                <a16:creationId xmlns:a16="http://schemas.microsoft.com/office/drawing/2014/main" id="{1143B19E-39BF-A2DA-4D7B-F78B641B1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6348" y="4174525"/>
            <a:ext cx="4648198" cy="240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5B4E5-C56D-6550-2677-CDCA4387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7575"/>
            <a:ext cx="10515600" cy="1325563"/>
          </a:xfrm>
        </p:spPr>
        <p:txBody>
          <a:bodyPr/>
          <a:lstStyle/>
          <a:p>
            <a:pPr algn="ctr"/>
            <a:r>
              <a:rPr lang="ja-JP" altLang="en-US">
                <a:ea typeface="ＭＳ Ｐゴシック"/>
              </a:rPr>
              <a:t>～コンセプト～</a:t>
            </a:r>
            <a:endParaRPr lang="en-US">
              <a:ea typeface="ＭＳ Ｐゴシック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3AA2C-FFDE-C065-DE85-3A1E9467C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3126"/>
            <a:ext cx="10515600" cy="2013852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ja-JP" sz="5400" b="1">
                <a:solidFill>
                  <a:srgbClr val="17181A"/>
                </a:solidFill>
                <a:highlight>
                  <a:srgbClr val="FFFFFF"/>
                </a:highlight>
                <a:ea typeface="+mn-lt"/>
                <a:cs typeface="+mn-lt"/>
              </a:rPr>
              <a:t>ジャンプで</a:t>
            </a:r>
            <a:r>
              <a:rPr lang="ja-JP" altLang="en-US" sz="5400" b="1">
                <a:solidFill>
                  <a:srgbClr val="17181A"/>
                </a:solidFill>
                <a:highlight>
                  <a:srgbClr val="FFFFFF"/>
                </a:highlight>
                <a:ea typeface="+mn-lt"/>
                <a:cs typeface="+mn-lt"/>
              </a:rPr>
              <a:t>桜島</a:t>
            </a:r>
            <a:r>
              <a:rPr lang="ja-JP" sz="5400" b="1">
                <a:solidFill>
                  <a:srgbClr val="17181A"/>
                </a:solidFill>
                <a:highlight>
                  <a:srgbClr val="FFFFFF"/>
                </a:highlight>
                <a:ea typeface="+mn-lt"/>
                <a:cs typeface="+mn-lt"/>
              </a:rPr>
              <a:t>を登り続ける</a:t>
            </a:r>
            <a:endParaRPr lang="en-US" sz="54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ja-JP" altLang="en-US" sz="5400" b="1">
                <a:solidFill>
                  <a:srgbClr val="17181A"/>
                </a:solidFill>
                <a:highlight>
                  <a:srgbClr val="FFFFFF"/>
                </a:highlight>
                <a:ea typeface="+mn-lt"/>
                <a:cs typeface="+mn-lt"/>
              </a:rPr>
              <a:t>超ストイックな高難度アクション</a:t>
            </a: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3429165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8051A-D5ED-14F6-AB69-AB386F71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</a:rPr>
              <a:t>ゲーム内容の説明</a:t>
            </a:r>
            <a:endParaRPr kumimoji="1" lang="en-US"/>
          </a:p>
        </p:txBody>
      </p:sp>
      <p:pic>
        <p:nvPicPr>
          <p:cNvPr id="4" name="Picture 3" descr="Jump King - Pikii合同会社">
            <a:extLst>
              <a:ext uri="{FF2B5EF4-FFF2-40B4-BE49-F238E27FC236}">
                <a16:creationId xmlns:a16="http://schemas.microsoft.com/office/drawing/2014/main" id="{D012AF73-F419-A04B-FC72-2B3E78E5A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5" y="3895725"/>
            <a:ext cx="5095875" cy="28765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45A12-F1FE-9245-90A0-40FB50077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5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MS PGothic"/>
                <a:ea typeface="MS PGothic"/>
              </a:rPr>
              <a:t>・</a:t>
            </a:r>
            <a:r>
              <a:rPr lang="ja-JP" altLang="en-US">
                <a:latin typeface="MS PGothic"/>
                <a:ea typeface="MS PGothic"/>
              </a:rPr>
              <a:t>床をジャンプで渡って上に登っていく</a:t>
            </a:r>
          </a:p>
          <a:p>
            <a:pPr marL="0" indent="0">
              <a:buNone/>
            </a:pPr>
            <a:r>
              <a:rPr lang="ja-JP" altLang="en-US">
                <a:latin typeface="MS PGothic"/>
                <a:ea typeface="MS PGothic"/>
              </a:rPr>
              <a:t>・一番上に到達するとゲームクリア</a:t>
            </a:r>
          </a:p>
          <a:p>
            <a:pPr marL="0" indent="0">
              <a:buNone/>
            </a:pPr>
            <a:r>
              <a:rPr lang="ja-JP" altLang="en-US">
                <a:latin typeface="MS PGothic"/>
                <a:ea typeface="MS PGothic"/>
              </a:rPr>
              <a:t>・落ちたら着地した場所からやり直し</a:t>
            </a:r>
            <a:endParaRPr lang="ja-JP" altLang="en-US" dirty="0">
              <a:latin typeface="MS PGothic"/>
              <a:ea typeface="MS PGothic"/>
            </a:endParaRPr>
          </a:p>
          <a:p>
            <a:pPr marL="0" indent="0">
              <a:buNone/>
            </a:pPr>
            <a:r>
              <a:rPr lang="ja-JP" altLang="en-US">
                <a:latin typeface="MS PGothic"/>
                <a:ea typeface="MS PGothic"/>
              </a:rPr>
              <a:t>・ジャンプはためることができて、ためぐあいによって飛距離が変わる</a:t>
            </a:r>
          </a:p>
          <a:p>
            <a:pPr marL="0" indent="0">
              <a:buNone/>
            </a:pPr>
            <a:r>
              <a:rPr lang="ja-JP" altLang="en-US">
                <a:latin typeface="MS PGothic"/>
                <a:ea typeface="MS PGothic"/>
              </a:rPr>
              <a:t>・落ちているアイテムを拾うことで特殊な効果を得られる（二段ジャンプや操作反転等）</a:t>
            </a:r>
            <a:endParaRPr lang="ja-JP" altLang="en-US" dirty="0">
              <a:latin typeface="MS PGothic"/>
              <a:ea typeface="MS P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9D1490-782B-D694-6FFD-92E91A08976D}"/>
              </a:ext>
            </a:extLst>
          </p:cNvPr>
          <p:cNvSpPr txBox="1"/>
          <p:nvPr/>
        </p:nvSpPr>
        <p:spPr>
          <a:xfrm>
            <a:off x="5210175" y="6403117"/>
            <a:ext cx="25125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b="1" dirty="0">
                <a:latin typeface="MS PGothic"/>
                <a:ea typeface="MS PGothic"/>
              </a:rPr>
              <a:t>参考　</a:t>
            </a:r>
            <a:r>
              <a:rPr lang="en-US" b="1" dirty="0" err="1">
                <a:latin typeface="MS PGothic"/>
                <a:ea typeface="MS PGothic"/>
              </a:rPr>
              <a:t>JumpKing</a:t>
            </a:r>
            <a:endParaRPr lang="en-US" b="1">
              <a:latin typeface="MS PGothic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44554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8D1A35-E9B0-0668-3FB4-BE7E453BDF07}"/>
              </a:ext>
            </a:extLst>
          </p:cNvPr>
          <p:cNvSpPr txBox="1"/>
          <p:nvPr/>
        </p:nvSpPr>
        <p:spPr>
          <a:xfrm>
            <a:off x="278026" y="226540"/>
            <a:ext cx="218302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3200" b="1">
                <a:ea typeface="ＭＳ Ｐゴシック"/>
              </a:rPr>
              <a:t>面白いとこ</a:t>
            </a:r>
            <a:endParaRPr lang="en-US" sz="3200" b="1">
              <a:ea typeface="ＭＳ Ｐゴシック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D5F9A6-7E0B-E736-253D-FE34BABFF540}"/>
              </a:ext>
            </a:extLst>
          </p:cNvPr>
          <p:cNvSpPr txBox="1"/>
          <p:nvPr/>
        </p:nvSpPr>
        <p:spPr>
          <a:xfrm>
            <a:off x="278026" y="3367216"/>
            <a:ext cx="239927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3200" b="1">
                <a:ea typeface="ＭＳ Ｐゴシック"/>
              </a:rPr>
              <a:t>ターゲット層</a:t>
            </a:r>
            <a:endParaRPr lang="en-US" sz="3200" b="1">
              <a:ea typeface="ＭＳ Ｐゴシック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65DDE9-EF4B-B48C-21C1-C8BF9D33D2C7}"/>
              </a:ext>
            </a:extLst>
          </p:cNvPr>
          <p:cNvSpPr txBox="1"/>
          <p:nvPr/>
        </p:nvSpPr>
        <p:spPr>
          <a:xfrm>
            <a:off x="278026" y="5231027"/>
            <a:ext cx="205945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3200" b="1">
                <a:ea typeface="ＭＳ Ｐゴシック"/>
              </a:rPr>
              <a:t>操作方法</a:t>
            </a:r>
            <a:endParaRPr lang="en-US" sz="3200" b="1">
              <a:ea typeface="ＭＳ Ｐゴシック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277736-3C64-4AA7-B845-EC4B7A7BBBB8}"/>
              </a:ext>
            </a:extLst>
          </p:cNvPr>
          <p:cNvSpPr txBox="1"/>
          <p:nvPr/>
        </p:nvSpPr>
        <p:spPr>
          <a:xfrm>
            <a:off x="473675" y="6013621"/>
            <a:ext cx="1102840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 b="1">
                <a:ea typeface="ＭＳ Ｐゴシック"/>
              </a:rPr>
              <a:t>移動:</a:t>
            </a:r>
            <a:r>
              <a:rPr lang="en-US" sz="2000"/>
              <a:t>AD 　</a:t>
            </a:r>
            <a:r>
              <a:rPr lang="ja-JP" altLang="en-US" sz="2000" b="1" dirty="0">
                <a:ea typeface="ＭＳ Ｐゴシック"/>
              </a:rPr>
              <a:t>ジャンプ</a:t>
            </a:r>
            <a:r>
              <a:rPr lang="ja-JP" altLang="en-US" sz="2000" dirty="0">
                <a:ea typeface="ＭＳ Ｐゴシック"/>
              </a:rPr>
              <a:t>:</a:t>
            </a:r>
            <a:r>
              <a:rPr lang="en-US" sz="2000" dirty="0"/>
              <a:t>SPACE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08FA80-9F32-AB2C-C388-2DE96AF5D985}"/>
              </a:ext>
            </a:extLst>
          </p:cNvPr>
          <p:cNvSpPr txBox="1"/>
          <p:nvPr/>
        </p:nvSpPr>
        <p:spPr>
          <a:xfrm>
            <a:off x="350108" y="4139513"/>
            <a:ext cx="1041056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sz="2400" i="0" u="none" strike="noStrike" baseline="0" dirty="0">
                <a:solidFill>
                  <a:srgbClr val="000000"/>
                </a:solidFill>
                <a:latin typeface="MS PGothic"/>
                <a:ea typeface="MS PGothic"/>
              </a:rPr>
              <a:t>・</a:t>
            </a:r>
            <a:r>
              <a:rPr lang="en-US" altLang="ja-JP" sz="2400" dirty="0">
                <a:solidFill>
                  <a:srgbClr val="000000"/>
                </a:solidFill>
                <a:latin typeface="MS PGothic"/>
                <a:ea typeface="MS PGothic"/>
              </a:rPr>
              <a:t>G</a:t>
            </a:r>
            <a:r>
              <a:rPr lang="en-US" altLang="ja-JP" sz="2400" dirty="0" err="1">
                <a:solidFill>
                  <a:srgbClr val="000000"/>
                </a:solidFill>
                <a:latin typeface="Aptos"/>
                <a:ea typeface="MS PGothic"/>
              </a:rPr>
              <a:t>ett</a:t>
            </a:r>
            <a:r>
              <a:rPr lang="ja-JP" sz="2400" i="0" u="none" strike="noStrike" baseline="0" dirty="0">
                <a:solidFill>
                  <a:srgbClr val="000000"/>
                </a:solidFill>
                <a:latin typeface="Aptos"/>
                <a:ea typeface="MS PGothic"/>
              </a:rPr>
              <a:t>ing</a:t>
            </a:r>
            <a:r>
              <a:rPr lang="ja-JP" altLang="en-US" sz="2400" dirty="0">
                <a:solidFill>
                  <a:srgbClr val="000000"/>
                </a:solidFill>
                <a:latin typeface="Aptos"/>
                <a:ea typeface="MS PGothic"/>
              </a:rPr>
              <a:t> </a:t>
            </a:r>
            <a:r>
              <a:rPr lang="en-US" altLang="ja-JP" sz="2400" dirty="0">
                <a:solidFill>
                  <a:srgbClr val="000000"/>
                </a:solidFill>
                <a:latin typeface="Aptos"/>
                <a:ea typeface="MS PGothic"/>
              </a:rPr>
              <a:t>over</a:t>
            </a:r>
            <a:r>
              <a:rPr lang="ja-JP" altLang="en-US" sz="2400" dirty="0">
                <a:solidFill>
                  <a:srgbClr val="000000"/>
                </a:solidFill>
                <a:latin typeface="Aptos"/>
                <a:ea typeface="MS PGothic"/>
              </a:rPr>
              <a:t> </a:t>
            </a:r>
            <a:r>
              <a:rPr lang="en-US" altLang="ja-JP" sz="2400" dirty="0">
                <a:solidFill>
                  <a:srgbClr val="000000"/>
                </a:solidFill>
                <a:latin typeface="Aptos"/>
                <a:ea typeface="MS PGothic"/>
              </a:rPr>
              <a:t>it</a:t>
            </a:r>
            <a:r>
              <a:rPr lang="ja-JP" sz="2400" i="0" u="none" strike="noStrike" baseline="0" dirty="0">
                <a:solidFill>
                  <a:srgbClr val="000000"/>
                </a:solidFill>
                <a:latin typeface="MS PGothic"/>
                <a:ea typeface="MS PGothic"/>
              </a:rPr>
              <a:t>をプレイしたことがある人（</a:t>
            </a:r>
            <a:r>
              <a:rPr lang="en-US" altLang="ja-JP" sz="2400" dirty="0">
                <a:solidFill>
                  <a:srgbClr val="000000"/>
                </a:solidFill>
                <a:latin typeface="MS PGothic"/>
                <a:ea typeface="MS PGothic"/>
              </a:rPr>
              <a:t>steam売り上げ170万本）</a:t>
            </a:r>
            <a:endParaRPr lang="en-US" sz="2400" dirty="0">
              <a:latin typeface="MS PGothic"/>
              <a:ea typeface="MS PGothic"/>
            </a:endParaRPr>
          </a:p>
          <a:p>
            <a:r>
              <a:rPr lang="ja-JP" altLang="en-US" sz="2400" dirty="0">
                <a:ea typeface="ＭＳ Ｐゴシック"/>
              </a:rPr>
              <a:t>・</a:t>
            </a:r>
            <a:r>
              <a:rPr lang="en-US" altLang="ja-JP" sz="2400" dirty="0" err="1">
                <a:ea typeface="ＭＳ Ｐゴシック"/>
              </a:rPr>
              <a:t>JumpKing</a:t>
            </a:r>
            <a:r>
              <a:rPr lang="ja-JP" altLang="en-US" sz="2400" dirty="0">
                <a:ea typeface="ＭＳ Ｐゴシック"/>
              </a:rPr>
              <a:t>をプレイしたことがある人（</a:t>
            </a:r>
            <a:r>
              <a:rPr lang="en-US" sz="2400" dirty="0">
                <a:latin typeface="MS PGothic"/>
                <a:ea typeface="MS PGothic"/>
              </a:rPr>
              <a:t>steam</a:t>
            </a:r>
            <a:r>
              <a:rPr lang="ja-JP" altLang="en-US" sz="2400" dirty="0">
                <a:latin typeface="MS PGothic"/>
                <a:ea typeface="MS PGothic"/>
              </a:rPr>
              <a:t>売り上げ</a:t>
            </a:r>
            <a:r>
              <a:rPr lang="en-US" altLang="ja-JP" sz="2400" dirty="0">
                <a:ea typeface="ＭＳ Ｐゴシック"/>
              </a:rPr>
              <a:t>40</a:t>
            </a:r>
            <a:r>
              <a:rPr lang="ja-JP" altLang="en-US" sz="2400" dirty="0">
                <a:ea typeface="ＭＳ Ｐゴシック"/>
              </a:rPr>
              <a:t>万本）</a:t>
            </a:r>
            <a:endParaRPr lang="en-US" sz="2400" dirty="0">
              <a:ea typeface="ＭＳ Ｐゴシック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B8987-6AA9-4527-AC8A-9AAE51B88A03}"/>
              </a:ext>
            </a:extLst>
          </p:cNvPr>
          <p:cNvSpPr txBox="1"/>
          <p:nvPr/>
        </p:nvSpPr>
        <p:spPr>
          <a:xfrm>
            <a:off x="473676" y="1184189"/>
            <a:ext cx="7702377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dirty="0">
                <a:latin typeface="MS PGothic"/>
                <a:ea typeface="MS PGothic"/>
              </a:rPr>
              <a:t>・</a:t>
            </a:r>
            <a:r>
              <a:rPr lang="ja-JP" altLang="en-US" sz="2800" dirty="0">
                <a:latin typeface="MS PGothic"/>
                <a:ea typeface="MS PGothic"/>
              </a:rPr>
              <a:t>単純</a:t>
            </a:r>
            <a:r>
              <a:rPr lang="ja-JP" altLang="en-US" sz="2800">
                <a:ea typeface="ＭＳ Ｐゴシック"/>
              </a:rPr>
              <a:t>な操作だが奥が深い</a:t>
            </a:r>
          </a:p>
          <a:p>
            <a:r>
              <a:rPr lang="ja-JP" altLang="en-US" sz="2800">
                <a:ea typeface="ＭＳ Ｐゴシック"/>
              </a:rPr>
              <a:t>・飛ぶ前に頭を使って考える</a:t>
            </a:r>
          </a:p>
          <a:p>
            <a:r>
              <a:rPr lang="ja-JP" altLang="en-US" sz="2800">
                <a:ea typeface="ＭＳ Ｐゴシック"/>
              </a:rPr>
              <a:t>・難所を乗り越えた達成感と成長の実感</a:t>
            </a:r>
          </a:p>
        </p:txBody>
      </p:sp>
    </p:spTree>
    <p:extLst>
      <p:ext uri="{BB962C8B-B14F-4D97-AF65-F5344CB8AC3E}">
        <p14:creationId xmlns:p14="http://schemas.microsoft.com/office/powerpoint/2010/main" val="133859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テーマ</vt:lpstr>
      <vt:lpstr>King of SAKURAJIMA</vt:lpstr>
      <vt:lpstr>～コンセプト～</vt:lpstr>
      <vt:lpstr>ゲーム内容の説明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102</cp:revision>
  <dcterms:created xsi:type="dcterms:W3CDTF">2026-04-23T08:23:51Z</dcterms:created>
  <dcterms:modified xsi:type="dcterms:W3CDTF">2026-04-27T09:18:37Z</dcterms:modified>
</cp:coreProperties>
</file>